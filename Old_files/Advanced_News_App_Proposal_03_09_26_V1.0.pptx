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371603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sz="6000"/>
              <a:t>Advanced News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38328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C8FF"/>
                </a:solidFill>
              </a:defRPr>
            </a:pPr>
            <a:r>
              <a:rPr sz="2800"/>
              <a:t>Premium Mobile Application with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8639" y="5029203"/>
            <a:ext cx="25147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96"/>
                </a:solidFill>
              </a:defRPr>
            </a:pPr>
            <a:r>
              <a:rPr sz="2400" dirty="0"/>
              <a:t>Timeline: 8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/>
              <a:t>Project Overview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264" y="1581915"/>
            <a:ext cx="1177747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🎯 Build an advanced, feature-rich news application for Karnataka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📱 iOS &amp; Android native apps + Progressive Web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🤖 AI-powered location-specific news visibility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💬 Advanced engagement features (comments, sharing, bookmarks)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📊 Real-time analytics &amp; trending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📍 Hyper-localized content based on user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3200" dirty="0"/>
              <a:t>💰 Multiple revenue streams (advertising, premium subscriptions)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Premium Features &amp;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3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🏆 Location-Based News Hierarchy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Bangalore → Mysore → Mangalore → National → International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20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🤖 AI Integration for Smart Content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</a:t>
            </a:r>
            <a:r>
              <a:rPr sz="2000" dirty="0" err="1"/>
              <a:t>Groq</a:t>
            </a:r>
            <a:r>
              <a:rPr sz="2000" dirty="0"/>
              <a:t>-powered NLP for content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Real-time trending detection &amp;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20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💬 Advanced Engagement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Rich commenting with threading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Social sharing to WhatsApp, Twitter, FB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Content bookmarking &amp; reading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Technology Stack - Frontend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3"/>
            <a:ext cx="822960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📱 </a:t>
            </a:r>
            <a:r>
              <a:rPr sz="1700" b="1" dirty="0"/>
              <a:t>Mobile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Framework: Flutter 3.x (iOS &amp; Android)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State Management: </a:t>
            </a:r>
            <a:r>
              <a:rPr sz="1700" dirty="0" err="1"/>
              <a:t>BLoC</a:t>
            </a:r>
            <a:r>
              <a:rPr sz="1700" dirty="0"/>
              <a:t>/Provider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Local Storage: Hive for offline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Push Notifications: Firebase Cloud Messaging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17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🌐 </a:t>
            </a:r>
            <a:r>
              <a:rPr sz="1700" b="1" dirty="0"/>
              <a:t>Web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Framework: React 18.x + Next.js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PWA Support: Offline functionality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UI Framework: Material-UI / </a:t>
            </a:r>
            <a:r>
              <a:rPr sz="1700" dirty="0" err="1"/>
              <a:t>Shadcn</a:t>
            </a:r>
            <a:r>
              <a:rPr sz="1700" dirty="0"/>
              <a:t>/</a:t>
            </a:r>
            <a:r>
              <a:rPr sz="1700" dirty="0" err="1"/>
              <a:t>ui</a:t>
            </a:r>
            <a:endParaRPr sz="17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Real-time Updates: WebSocket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Technology Stack - Backend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9880" y="1060704"/>
            <a:ext cx="82296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⚙️ </a:t>
            </a:r>
            <a:r>
              <a:rPr sz="2000" b="1" dirty="0"/>
              <a:t>Backend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Node.js 18+ with Express.js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TypeScript for type safety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</a:t>
            </a:r>
            <a:r>
              <a:rPr sz="2000" dirty="0" err="1"/>
              <a:t>GraphQL</a:t>
            </a:r>
            <a:r>
              <a:rPr sz="2000" dirty="0"/>
              <a:t> + REST API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🗄️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Primary: PostgreSQL 14+ (structured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Cache: Redis (session &amp; real-time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Search: Elasticsearch (full-text search)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🤖 AI &amp; ML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</a:t>
            </a:r>
            <a:r>
              <a:rPr sz="2000" dirty="0" err="1"/>
              <a:t>Groq</a:t>
            </a:r>
            <a:r>
              <a:rPr sz="2000" dirty="0"/>
              <a:t> LLM for content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TensorFlow/Scikit-learn for ML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Python </a:t>
            </a:r>
            <a:r>
              <a:rPr sz="2000" dirty="0" err="1"/>
              <a:t>FastAPI</a:t>
            </a:r>
            <a:r>
              <a:rPr sz="2000" dirty="0"/>
              <a:t> for ML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1097280"/>
            <a:ext cx="908608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b="1" dirty="0"/>
              <a:t>📲 Client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Flutter App ↔ React Web ↔ Progressive Web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🌐 API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Express.js (Node.js) → </a:t>
            </a:r>
            <a:r>
              <a:rPr sz="2400" dirty="0" err="1"/>
              <a:t>GraphQL</a:t>
            </a:r>
            <a:r>
              <a:rPr sz="2400" dirty="0"/>
              <a:t>/REST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Load Balancing &amp;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b="1" dirty="0"/>
              <a:t>💾 Data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PostgreSQL (Primary) | Redis (Cache) | Elasticsearch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🤖 </a:t>
            </a:r>
            <a:r>
              <a:rPr sz="2400" b="1" dirty="0"/>
              <a:t>AI/ML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</a:t>
            </a:r>
            <a:r>
              <a:rPr sz="2400" dirty="0" err="1"/>
              <a:t>Groq</a:t>
            </a:r>
            <a:r>
              <a:rPr sz="2400" dirty="0"/>
              <a:t> LLM Integration | TensorFlow Models | NLP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📡 Real-time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WebSocket Connections | Push Notifications | Event Streaming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AI Integration: Smart Location-Based </a:t>
            </a:r>
            <a:r>
              <a:rPr lang="en-IN" sz="4200" dirty="0"/>
              <a:t>News</a:t>
            </a:r>
            <a:endParaRPr sz="4200" dirty="0"/>
          </a:p>
        </p:txBody>
      </p:sp>
      <p:sp>
        <p:nvSpPr>
          <p:cNvPr id="3" name="TextBox 2"/>
          <p:cNvSpPr txBox="1"/>
          <p:nvPr/>
        </p:nvSpPr>
        <p:spPr>
          <a:xfrm>
            <a:off x="1853184" y="917912"/>
            <a:ext cx="82296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🧠 </a:t>
            </a:r>
            <a:r>
              <a:rPr sz="2000" b="1" dirty="0" err="1"/>
              <a:t>Groq</a:t>
            </a:r>
            <a:r>
              <a:rPr sz="2000" b="1" dirty="0"/>
              <a:t> LLM Powered Content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Ultra-fast (&lt;100ms) content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Automatic location tagging &amp;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Relevance scoring for user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📍 </a:t>
            </a:r>
            <a:r>
              <a:rPr sz="2000" b="1" dirty="0"/>
              <a:t>Intelligent News Ranking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50% Local news (user's 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25% Regional news (Karnataka)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15% National news (India)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10% International news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⚡ Real-Time Trending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AI identifies trending topics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Breaking news auto-detection &amp;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Predictive trending (what will trend next hour)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/>
              <a:t>Feature 1: Advanced News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📰 </a:t>
            </a:r>
            <a:r>
              <a:rPr sz="1700" b="1" dirty="0"/>
              <a:t>Intelligent Feed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Location-aware content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Personalized based on reading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AI-powered trending stories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Smart content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🔔 Smart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Location-specific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Breaking news instant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Customizable notification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Quiet hours settings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🎯 </a:t>
            </a:r>
            <a:r>
              <a:rPr sz="1700" b="1" dirty="0"/>
              <a:t>Content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Search with autocomplete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Category-based browsing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Trending section with 24h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Feature 2: Advanced Engagement</a:t>
            </a:r>
            <a:r>
              <a:rPr lang="en-IN" sz="4200" dirty="0"/>
              <a:t> System</a:t>
            </a:r>
            <a:endParaRPr sz="4200" dirty="0"/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💬 Rich Comment Thread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Nested reply threads (up to 5 levels)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Comment upvoting/downvoting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Mention &amp; tagging other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Rich text formatting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17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👍 </a:t>
            </a:r>
            <a:r>
              <a:rPr sz="1700" b="1" dirty="0"/>
              <a:t>Advanced Reaction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Multiple reaction types (like, love, wow, sad)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Share counter with social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Bookmark for reading 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17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🔄 Social Sharing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Share to WhatsApp, Twitter, Facebook,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Custom share message with story summary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Deep linking to shared stories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Feature 3: User Profiles</a:t>
            </a:r>
            <a:r>
              <a:rPr lang="en-IN" sz="4200" dirty="0"/>
              <a:t> &amp;</a:t>
            </a:r>
            <a:r>
              <a:rPr sz="4200" dirty="0"/>
              <a:t>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👤 User Profile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Profile with avatar &amp; bio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Reading history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Saved stories/bookmarks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Followed topics/categories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⚙️ </a:t>
            </a:r>
            <a:r>
              <a:rPr sz="1700" b="1" dirty="0"/>
              <a:t>Advanced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Location selection (multiple cities)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Category preferences with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Language selection (English, Kannada, </a:t>
            </a:r>
            <a:r>
              <a:rPr sz="1700" dirty="0" err="1"/>
              <a:t>etc</a:t>
            </a:r>
            <a:r>
              <a:rPr sz="17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Notification fine-tuning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📊 </a:t>
            </a:r>
            <a:r>
              <a:rPr sz="1700" b="1" dirty="0"/>
              <a:t>Personal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Reading time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Favorite topics &amp; 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Engagement statistics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Revenue Stream: Advertising</a:t>
            </a:r>
            <a:r>
              <a:rPr lang="en-IN" sz="4200" dirty="0"/>
              <a:t> &amp;</a:t>
            </a:r>
            <a:r>
              <a:rPr sz="4200" dirty="0"/>
              <a:t> Real 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💰 Premium Advertising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Banner ads (top of feed, sidebar)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Native ads (sponsored articles)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Video pre-roll ads (30-60 seconds)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Interstitial ads (between stories)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🏢 </a:t>
            </a:r>
            <a:r>
              <a:rPr sz="1700" b="1" dirty="0"/>
              <a:t>Real Estate Revenue Opportunity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Geo-targeted classified listings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Property news section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Local builder/realtor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Sponsored property listings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📈 Projected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Ad impressions: 100K+/day (₹5-10 CPM)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Sponsored content: ₹10K-50K/month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Real estate partnerships: ₹50K-100K/month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Revenue Stream 2: Premium Subscription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⭐ </a:t>
            </a:r>
            <a:r>
              <a:rPr sz="1700" b="1" dirty="0"/>
              <a:t>Premium Tier Benefits (₹99/month)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Ad-free reading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Offline download (100 stories/month)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Early access to stories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Premium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🎁 Subscription Tiers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Basic: Free (ads + limited features)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Plus: ₹99/month (ad-free, offline)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Pro: ₹199/month (all + analytics)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📊 Revenue Projection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Target: 1000 subscribers @ ₹99 = ₹99K/month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Breakeven at 2000 monthly subscribers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8-Week Roadmap: Week 1-2 (Design &amp; Setup)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🎨 Week 1: UI/UX Design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Figma mockups for all screens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Design system &amp; component library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Database schema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API endpoint specifications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Infrastructure setup (cloud, databases)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⚙️ Week 2: Project Setup &amp; Foundation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Flutter project 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React/Next.js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Node.js backend services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PostgreSQL database provisioning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Redis cache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GitHub repositories &amp; CI/CD pipelines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8-Week Roadmap: Week 3-4 (Core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📱 Week 3: Frontend Core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Flutter: News feed UI, story detail screen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React: Web app navigation, responsive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Bottom navigation, search screen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Authentication UI (login/signup)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17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🔧 Week 4: Backend Core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User authentication &amp; JWT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News feed API endpoint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Story detail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Search functionality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PostgreSQL queries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Redis caching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8-Week Roadmap: Week 5-6 (AI &amp; Engagement)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🤖 Week 5: AI Integration &amp; Advanced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</a:t>
            </a:r>
            <a:r>
              <a:rPr sz="1700" dirty="0" err="1"/>
              <a:t>Groq</a:t>
            </a:r>
            <a:r>
              <a:rPr sz="1700" dirty="0"/>
              <a:t> LLM integration for content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Location-based news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Trending detection algorithm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Comment system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Like/reaction system 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17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💬 Week 6: Engagement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Comment UI in Flutter &amp; React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Nested reply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Bookmark/save stories feature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Social sharing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User profile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Preferences management screens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8-Week Roadmap: Week 7-8 (Testing &amp; Launch)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🧪 Week 7: Testing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Unit tests (80%+ coverage)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Integration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Performance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Load testing (1000+ concurrent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Security audit &amp; penetration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Analytics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1700" b="1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🚀 Week 8: Beta &amp;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Internal beta testing (50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Bug fixes &amp; refinements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App store submissions (Google Play, App Store)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Website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✓ Marketing &amp; user acquisition campaign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Development 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3"/>
            <a:ext cx="82296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👨‍💻 Frontend Team (4 developers)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2 Flutter developers (iOS/Android)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2 React.js developers (Web/PWA)</a:t>
            </a:r>
            <a:endParaRPr sz="1700" b="1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🔧 Backend Team (3 developers)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2 Node.js/Express backend developers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1 Database &amp; DevOps engineer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🤖 AI/ML Team (1 developer)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</a:t>
            </a:r>
            <a:r>
              <a:rPr sz="1700" dirty="0" err="1"/>
              <a:t>Groq</a:t>
            </a:r>
            <a:r>
              <a:rPr sz="1700" dirty="0"/>
              <a:t> LLM integration specialist</a:t>
            </a:r>
            <a:endParaRPr sz="1700" b="1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🎨 Design &amp; QA (2 people)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1 UI/UX designer (Figma)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1 QA engineer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📊 Project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1 Project Manager/Team Lead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UI/UX Design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08E4D-4EA1-BE9E-B262-2A23F74CAC79}"/>
              </a:ext>
            </a:extLst>
          </p:cNvPr>
          <p:cNvSpPr txBox="1"/>
          <p:nvPr/>
        </p:nvSpPr>
        <p:spPr>
          <a:xfrm>
            <a:off x="1167384" y="1188723"/>
            <a:ext cx="43190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🎨 Design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Modern material design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Dark &amp; light theme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Consistent typography &amp; spacing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Accessible color contrast ratios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341BE-6608-531F-F8A9-992B59F08857}"/>
              </a:ext>
            </a:extLst>
          </p:cNvPr>
          <p:cNvSpPr txBox="1"/>
          <p:nvPr/>
        </p:nvSpPr>
        <p:spPr>
          <a:xfrm>
            <a:off x="3651504" y="3919731"/>
            <a:ext cx="638860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📱 Key Screens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Home/Feed: Location-aware story grid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Story Detail: Rich media + comments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Search: Advanced filters &amp; autocomplete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Profile: User dashboard &amp;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Bookmarks: Reading list &amp; collections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154A1-3F72-4501-6974-61EBF20F7EA8}"/>
              </a:ext>
            </a:extLst>
          </p:cNvPr>
          <p:cNvSpPr txBox="1"/>
          <p:nvPr/>
        </p:nvSpPr>
        <p:spPr>
          <a:xfrm>
            <a:off x="7114032" y="1008891"/>
            <a:ext cx="43190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US" sz="2000" b="1" dirty="0"/>
              <a:t>✨ User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US" sz="2000" dirty="0"/>
              <a:t>     • Smooth animations &amp; transitions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US" sz="2000" dirty="0"/>
              <a:t>     • Intuitive navigation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US" sz="2000" dirty="0"/>
              <a:t>     • Loading states &amp;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US" sz="2000" dirty="0"/>
              <a:t>     • Offline-first 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Security, Privacy &amp;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F2737-6C9F-1A1A-1D74-835F3AFFFAB4}"/>
              </a:ext>
            </a:extLst>
          </p:cNvPr>
          <p:cNvSpPr txBox="1"/>
          <p:nvPr/>
        </p:nvSpPr>
        <p:spPr>
          <a:xfrm>
            <a:off x="472440" y="950979"/>
            <a:ext cx="493166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🔐 </a:t>
            </a:r>
            <a:r>
              <a:rPr sz="2000" b="1" dirty="0"/>
              <a:t>Security Measures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End-to-end encryption for user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JWT token-based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Rate limiting &amp; DDoS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HTTPS/TLS everywhere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Regular security audits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72A13-77B3-7B5C-0D24-5D228B100721}"/>
              </a:ext>
            </a:extLst>
          </p:cNvPr>
          <p:cNvSpPr txBox="1"/>
          <p:nvPr/>
        </p:nvSpPr>
        <p:spPr>
          <a:xfrm>
            <a:off x="4201668" y="3475586"/>
            <a:ext cx="378866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20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⚡ </a:t>
            </a:r>
            <a:r>
              <a:rPr sz="2000" b="1" dirty="0"/>
              <a:t>Performance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App startup: &lt;2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Feed load: &lt;1.5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API latency: &lt;500ms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99.5% uptime SLA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20EFE-5E9D-2991-45ED-F258F83EC775}"/>
              </a:ext>
            </a:extLst>
          </p:cNvPr>
          <p:cNvSpPr txBox="1"/>
          <p:nvPr/>
        </p:nvSpPr>
        <p:spPr>
          <a:xfrm>
            <a:off x="6940296" y="1036323"/>
            <a:ext cx="452932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📊 </a:t>
            </a:r>
            <a:r>
              <a:rPr sz="2000" b="1" dirty="0"/>
              <a:t>Analytics &amp;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Firebase Analytics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Real-time error tracking (Sentry)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• Performance monitoring (New Relic)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Success Metrics &amp; Launch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📊 </a:t>
            </a:r>
            <a:r>
              <a:rPr sz="1700" b="1" dirty="0"/>
              <a:t>3-Month Post-Launch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50,000 app downloads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10,000+ daily active users (DAU)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30%+ engagement rate (users per session)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5,000+ daily article reads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4.0+ app store rating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💰 </a:t>
            </a:r>
            <a:r>
              <a:rPr sz="1700" b="1" dirty="0"/>
              <a:t>Revenue Targets (3 months)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Ad revenue: ₹50K-75K/month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Premium subscriptions: ₹30K-40K/month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Real estate partnerships: ₹20K-30K/month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👥 User Acquisition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Organic: 60% (store listings, referrals)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Paid: 40% (ads, partnerships)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Post-Launch: Maintenance &amp; Support</a:t>
            </a:r>
            <a:r>
              <a:rPr lang="en-IN" sz="4200" dirty="0"/>
              <a:t> (AMC -20% )</a:t>
            </a:r>
            <a:endParaRPr sz="4200" dirty="0"/>
          </a:p>
        </p:txBody>
      </p:sp>
      <p:sp>
        <p:nvSpPr>
          <p:cNvPr id="3" name="TextBox 2"/>
          <p:cNvSpPr txBox="1"/>
          <p:nvPr/>
        </p:nvSpPr>
        <p:spPr>
          <a:xfrm>
            <a:off x="1752600" y="996696"/>
            <a:ext cx="82296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🔧 Ongoing Maintenance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Bug fixes &amp; patches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Performance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Security updates &amp; audits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Server maintenance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📈 Feature Enhancements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New features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AI model 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A/B testing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📊 Analytics &amp;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Monthly performance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User behavior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Revenue tracking &amp; optimization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Project Timeline Summary</a:t>
            </a:r>
            <a:r>
              <a:rPr lang="en-IN" sz="4200" dirty="0"/>
              <a:t> – Duration (8 Weeks)</a:t>
            </a:r>
            <a:endParaRPr sz="4200" dirty="0"/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Week 1-2:    Design &amp; Infrastructure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Week 3-4:    Core Feature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Week 5-6:    AI Integration &amp; Engagement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Week 7:      Testing, Optimization &amp;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Week 8:      Beta Testing &amp; App Store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endParaRPr sz="2000" dirty="0"/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b="1" dirty="0"/>
              <a:t>📊 Deliverables: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✓ iOS app (production-ready)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✓ Android app (production-ready)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✓ Web app + PWA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✓ Backend API &amp; microservices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000" dirty="0"/>
              <a:t>     ✓ Admin dashboard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Why This Proposal Stands 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2B8C6-20F8-682F-8603-AB2B6B01E3AB}"/>
              </a:ext>
            </a:extLst>
          </p:cNvPr>
          <p:cNvSpPr txBox="1"/>
          <p:nvPr/>
        </p:nvSpPr>
        <p:spPr>
          <a:xfrm>
            <a:off x="402336" y="1045464"/>
            <a:ext cx="502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b="1" dirty="0"/>
              <a:t>🏆 Advanced Technology Stack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Flutter for premium native apps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</a:t>
            </a:r>
            <a:r>
              <a:rPr sz="2400" dirty="0" err="1"/>
              <a:t>Groq</a:t>
            </a:r>
            <a:r>
              <a:rPr sz="2400" dirty="0"/>
              <a:t> LLM for AI-powered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PostgreSQL for scalability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18687-80DE-51FE-DFA5-7688FC57EDE0}"/>
              </a:ext>
            </a:extLst>
          </p:cNvPr>
          <p:cNvSpPr txBox="1"/>
          <p:nvPr/>
        </p:nvSpPr>
        <p:spPr>
          <a:xfrm>
            <a:off x="5916168" y="1045464"/>
            <a:ext cx="56128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⚡ </a:t>
            </a:r>
            <a:r>
              <a:rPr sz="2400" b="1" dirty="0"/>
              <a:t>Fast Development Timeline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8 weeks to production-ready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Agile methodology &amp; rapid iteration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Weekly stakeholder updates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724DD-4A04-C220-4967-577C66173A7F}"/>
              </a:ext>
            </a:extLst>
          </p:cNvPr>
          <p:cNvSpPr txBox="1"/>
          <p:nvPr/>
        </p:nvSpPr>
        <p:spPr>
          <a:xfrm>
            <a:off x="5806440" y="4323433"/>
            <a:ext cx="60015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b="1" dirty="0"/>
              <a:t>🎯 Proven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Enterprise-grade scalability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High performance (99.5% uptime)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2400" dirty="0"/>
              <a:t>     • Security-first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796DA4-681D-5983-4F3B-07A40E2327A8}"/>
              </a:ext>
            </a:extLst>
          </p:cNvPr>
          <p:cNvSpPr txBox="1"/>
          <p:nvPr/>
        </p:nvSpPr>
        <p:spPr>
          <a:xfrm>
            <a:off x="594360" y="4323433"/>
            <a:ext cx="5501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IN" sz="2400" b="1" dirty="0"/>
              <a:t>💰 Multiple Revenue Streams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IN" sz="2400" dirty="0"/>
              <a:t>     • Advertising (highest potential)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IN" sz="2400" dirty="0"/>
              <a:t>     • Premium subscriptions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lang="en-IN" sz="2400" dirty="0"/>
              <a:t>     • Real estate partnerships</a:t>
            </a:r>
            <a:endParaRPr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dirty="0"/>
              <a:t>Next Steps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✅ Upon Approval: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1. Contract signature &amp; advance payment (50%)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2. Team onboarding &amp; kickoff meeting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3. Design finalization &amp;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4. Week 1 development begins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📋 </a:t>
            </a:r>
            <a:r>
              <a:rPr sz="1700" b="1" dirty="0"/>
              <a:t>Deliverables Every 2 Weeks: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Working prototype/demo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GitHub repository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Development status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Stakeholder review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b="1" dirty="0"/>
              <a:t>💡 Support &amp; Contingency: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24/7 technical support during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2-week post-launch </a:t>
            </a:r>
            <a:r>
              <a:rPr lang="en-IN" sz="1700" dirty="0"/>
              <a:t>Hyper Care </a:t>
            </a:r>
            <a:r>
              <a:rPr sz="1700" dirty="0"/>
              <a:t>support included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rPr sz="1700" dirty="0"/>
              <a:t>     • Optional extended maintenance package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37160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sz="6000"/>
              <a:t>Ready to Launch Your Premium News App?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383283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C8FF"/>
                </a:solidFill>
              </a:defRPr>
            </a:pPr>
            <a:r>
              <a:rPr sz="2800"/>
              <a:t>Advanced Features | Proven Technology | 8-Week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4486" y="5029203"/>
            <a:ext cx="452303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96"/>
                </a:solidFill>
              </a:defRPr>
            </a:pPr>
            <a:r>
              <a:rPr sz="2400"/>
              <a:t>Contact Us for Demo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2146</Words>
  <Application>Microsoft Office PowerPoint</Application>
  <PresentationFormat>Widescreen</PresentationFormat>
  <Paragraphs>330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Rajkumar R</cp:lastModifiedBy>
  <cp:revision>3</cp:revision>
  <dcterms:created xsi:type="dcterms:W3CDTF">2013-01-27T09:14:16Z</dcterms:created>
  <dcterms:modified xsi:type="dcterms:W3CDTF">2026-09-03T07:43:27Z</dcterms:modified>
  <cp:category/>
</cp:coreProperties>
</file>