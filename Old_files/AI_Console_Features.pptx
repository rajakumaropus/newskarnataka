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828800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5400"/>
              <a:t>AI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34747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FFC8"/>
                </a:solidFill>
              </a:defRPr>
            </a:pPr>
            <a:r>
              <a:rPr sz="2800"/>
              <a:t>Intelligent Content Management &amp; Publishing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Phase 2: AI Console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8512" y="1499616"/>
            <a:ext cx="10866120" cy="4072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🎯 Purpose: Enterprise-grade content management for editors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📊 Ingest: Multi-channel content aggregation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🤖 Validate: AI-powered intelligent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📋 Publish: One-click editorial publishing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📈 Analyze: Real-time engagement analytics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3200" dirty="0"/>
              <a:t>⏱️ Timeline: </a:t>
            </a:r>
            <a:r>
              <a:rPr lang="en-IN" sz="3200" dirty="0"/>
              <a:t>3</a:t>
            </a:r>
            <a:r>
              <a:rPr sz="3200" dirty="0"/>
              <a:t> months, parallel with Phase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Multi-Channel Content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💬 </a:t>
            </a:r>
            <a:r>
              <a:rPr b="1" dirty="0"/>
              <a:t>WhatsApp Groups: Monitor news channels &amp; discussions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Auto-extract URLs, images, text content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NLP-based 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🐦 </a:t>
            </a:r>
            <a:r>
              <a:rPr b="1" dirty="0"/>
              <a:t>Twitter: Real-time streams &amp; hashtag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URL resolution • Thread resolution • Influencer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📷 </a:t>
            </a:r>
            <a:r>
              <a:rPr b="1" dirty="0"/>
              <a:t>Instagram: Business accounts &amp; hashtag monitoring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Image OCR • Caption analysis • Engagement tracking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🔗 </a:t>
            </a:r>
            <a:r>
              <a:rPr b="1" dirty="0"/>
              <a:t>RSS Feeds: Traditional news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AI-Powered Content Validation (Groq &amp; LLMs)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🔴 </a:t>
            </a:r>
            <a:r>
              <a:rPr b="1" dirty="0"/>
              <a:t>STAGE 1: </a:t>
            </a:r>
            <a:r>
              <a:rPr b="1" dirty="0" err="1"/>
              <a:t>Groq</a:t>
            </a:r>
            <a:r>
              <a:rPr b="1" dirty="0"/>
              <a:t> Ultra-Fast Validation (~100ms)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Content understanding • Entity extraction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Quick categorization • Quality assessment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🔵 </a:t>
            </a:r>
            <a:r>
              <a:rPr b="1" dirty="0"/>
              <a:t>STAGE 2: ML-Enhanced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Engagement prediction • Duplicate detection • Trending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🟣 </a:t>
            </a:r>
            <a:r>
              <a:rPr b="1" dirty="0"/>
              <a:t>STAGE 3: Claude Accuracy Validation (High-stakes only)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     • Fact consistency • Misinformation detection • Bias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dirty="0"/>
              <a:t>🟢 </a:t>
            </a:r>
            <a:r>
              <a:rPr b="1" dirty="0"/>
              <a:t>STAGE 4: Consensus Scoring → Color Code Assignment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Intelligent Priority Assignment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" y="758953"/>
            <a:ext cx="907694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b="1" dirty="0"/>
              <a:t>🔴 RED (Urgent/Critical) - 95%+ confidence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Breaking news, emergencies, disasters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Auto-escalates to dashboard top </a:t>
            </a:r>
            <a:endParaRPr lang="en-IN"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lang="en-IN" sz="2000" dirty="0"/>
              <a:t>     </a:t>
            </a:r>
            <a:r>
              <a:rPr sz="2000" dirty="0"/>
              <a:t>• SMS alerts to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🟠 </a:t>
            </a:r>
            <a:r>
              <a:rPr sz="2000" b="1" dirty="0"/>
              <a:t>ORANGE (Hot/Trending) - 87% confidence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High engagement potential </a:t>
            </a:r>
            <a:endParaRPr lang="en-IN"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lang="en-IN" sz="2000" dirty="0"/>
              <a:t>     </a:t>
            </a:r>
            <a:r>
              <a:rPr sz="2000" dirty="0"/>
              <a:t>• Featured placement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Publish within 1 hour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🟡 </a:t>
            </a:r>
            <a:r>
              <a:rPr sz="2000" b="1" dirty="0"/>
              <a:t>YELLOW (Standard) - 72% confidence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Regular quality news </a:t>
            </a:r>
            <a:endParaRPr lang="en-IN"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lang="en-IN" sz="2000" dirty="0"/>
              <a:t>     </a:t>
            </a:r>
            <a:r>
              <a:rPr sz="2000" dirty="0"/>
              <a:t>• Scheduled publishing available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b="1" dirty="0"/>
              <a:t>🟢 GREEN (Low Priority) - 65% confidence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🔳 BLACK (Reject/Spam) - Misinformation flagged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158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AI Editor Dashboard (Command Center)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61160" y="1033272"/>
            <a:ext cx="8229600" cy="573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📊 Real-Time Story Queue: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     • 🔴 2 | 🟠 12 | 🟡 34 | 🟢 45 | ⚫ 8 (Live counts)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🎯 Smart Filters: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     • By Location | Category | Source | Confidence Level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⚡ One-Click Actions: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     • Publish immediately (RED) | Schedule (YELLOW/ORANGE)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     • Batch approve/reject | Drag-drop </a:t>
            </a:r>
            <a:r>
              <a:rPr sz="2600" dirty="0" err="1"/>
              <a:t>prioritizatio</a:t>
            </a:r>
            <a:endParaRPr sz="26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📈 Real-Time Analytics Widget: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600" dirty="0"/>
              <a:t>     • Publishing rate • Processing time • System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Multi-Stage Content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498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✅ </a:t>
            </a:r>
            <a:r>
              <a:rPr sz="2000" b="1" dirty="0"/>
              <a:t>Stage 1: Quality Assessment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Minimum length • Grammar &amp; language quality • Relevance scoring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✅ </a:t>
            </a:r>
            <a:r>
              <a:rPr sz="2000" b="1" dirty="0"/>
              <a:t>Stage 2: Credibility Scoring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Source reputation • Historical accuracy • Editorial bias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✅ </a:t>
            </a:r>
            <a:r>
              <a:rPr sz="2000" b="1" dirty="0"/>
              <a:t>Stage 3: Fact-Checking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Claim verification • Cross-reference • Misinformation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✅ </a:t>
            </a:r>
            <a:r>
              <a:rPr sz="2000" b="1" dirty="0"/>
              <a:t>Stage 4: Engagement Prediction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000" dirty="0"/>
              <a:t>     • Viral potential • Audience impact • Trending probability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 err="1"/>
              <a:t>NewsWhip</a:t>
            </a:r>
            <a:r>
              <a:rPr sz="4000" dirty="0"/>
              <a:t>-Style Real-Time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740665"/>
            <a:ext cx="8229600" cy="620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📊 </a:t>
            </a:r>
            <a:r>
              <a:rPr sz="2400" b="1" dirty="0"/>
              <a:t>Engagement Metrics: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Total engagements (likes + comments + shares + views)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Engagement rate per 1000 impressions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Viral score &amp; trending trajectory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👥 </a:t>
            </a:r>
            <a:r>
              <a:rPr sz="2400" b="1" dirty="0"/>
              <a:t>Audience Analytics: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Location breakdown (Bangalore/Mysore/Mangalore)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Demographics (age, gender)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Device breakdowns (mobile vs. web)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💬 </a:t>
            </a:r>
            <a:r>
              <a:rPr sz="2400" b="1" dirty="0"/>
              <a:t>Sentiment Analysis: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Positive vs. negative comments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Comment quality scoring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/>
              <a:t>Story Performance Dashboard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891016" cy="561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📰 </a:t>
            </a:r>
            <a:r>
              <a:rPr sz="2800" b="1" dirty="0"/>
              <a:t>Story: 'Breaking: Tech Announcement'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8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⚡ </a:t>
            </a:r>
            <a:r>
              <a:rPr sz="2800" b="1" dirty="0"/>
              <a:t>Engagement (2 hours after publish):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Total: 15,234 engagements (↑23% vs. average)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Likes: 8,432 | Comments: 2,156 | Shares: 4,646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Impressions: 245,000 | Engagement Rate: 6.2%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8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📈 </a:t>
            </a:r>
            <a:r>
              <a:rPr sz="2800" b="1" dirty="0"/>
              <a:t>Trending Status: 🔥 #1 in Bangalore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⏱️ Viral Projection: 50,000+ total engagements predicted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 err="1"/>
              <a:t>Groq</a:t>
            </a:r>
            <a:r>
              <a:rPr sz="4000" dirty="0"/>
              <a:t> &amp; LLM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969265"/>
            <a:ext cx="8229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⚡ </a:t>
            </a:r>
            <a:r>
              <a:rPr sz="2400" b="1" dirty="0" err="1"/>
              <a:t>Groq</a:t>
            </a:r>
            <a:r>
              <a:rPr sz="2400" b="1" dirty="0"/>
              <a:t> (Primary): Ultra-fast LLM inference (&lt;100ms)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All initial content validation • Real-time processing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Cost: $0.001 per 1K tokens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4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🧠 </a:t>
            </a:r>
            <a:r>
              <a:rPr sz="2400" b="1" dirty="0"/>
              <a:t>Claude 3.5 (Secondary): High-accuracy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Edge cases • Critical stories • Complex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     • Cost: $0.01 per 1K tokens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 sz="24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💰 </a:t>
            </a:r>
            <a:r>
              <a:rPr sz="2400" b="1" dirty="0"/>
              <a:t>Cost-Effective: ~$0.35 per 1000 stories validated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400" dirty="0"/>
              <a:t>📊 </a:t>
            </a:r>
            <a:r>
              <a:rPr sz="2400" b="1" dirty="0"/>
              <a:t>Accuracy: 96% with multi-model consensus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 dirty="0" err="1"/>
              <a:t>Groq</a:t>
            </a:r>
            <a:r>
              <a:rPr sz="4000" dirty="0"/>
              <a:t> 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9302496" cy="561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b="1" dirty="0"/>
              <a:t>1️⃣ Content arrives from WhatsApp/Twitter/Instagram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2️⃣ </a:t>
            </a:r>
            <a:r>
              <a:rPr sz="2800" b="1" dirty="0" err="1"/>
              <a:t>Groq</a:t>
            </a:r>
            <a:r>
              <a:rPr sz="2800" b="1" dirty="0"/>
              <a:t> processes in 50-100ms: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Summarize • Extract entities • Categorize • Score quality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3️⃣ </a:t>
            </a:r>
            <a:r>
              <a:rPr sz="2800" b="1" dirty="0"/>
              <a:t>Parallel ML processing (100-200ms):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Engagement prediction • Trending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4️⃣ </a:t>
            </a:r>
            <a:r>
              <a:rPr sz="2800" b="1" dirty="0"/>
              <a:t>Fact-check APIs (async, 500ms-1s):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     • Verify claims • Cross-reference • Detect misinformation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sz="2800" dirty="0"/>
              <a:t>5️⃣ </a:t>
            </a:r>
            <a:r>
              <a:rPr sz="2800" b="1" dirty="0"/>
              <a:t>Total: ~1-2 seconds per story </a:t>
            </a:r>
            <a:endParaRPr lang="en-IN" sz="2800" b="1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rPr lang="en-IN" sz="2800" dirty="0"/>
              <a:t>     </a:t>
            </a:r>
            <a:r>
              <a:rPr sz="2800" dirty="0"/>
              <a:t>• Instant dashboard display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Source Management &amp; Credibility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🔗 Source Registry: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Centralized directory of all monitoring 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Performance metrics per source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Credibility scoring &amp; trending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🛡️ Quality Control: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Automatic pause for low-quality 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Manual approval workflow for new sources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Reputation tracking over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Analytics: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Accuracy rate per source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Average engagement per story from source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Editor Workflow &amp; Publishing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1️⃣ Automatic Triage: System assigns color priority (🔴-⚫)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2️⃣ Editorial Review: Editor reviews AI 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Can override if needed • Add context/tags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3️⃣ Publishing Decision: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RED: One-click instant publish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ORANGE/YELLOW: Schedule for optimal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BLACK: Manual review or reject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4️⃣ Post-Publishing: Auto-track engagement &amp; gather feedback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Advanced Batch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📋 Scheduled Publishing: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Queue multiple stories for specific times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Optimize for peak user activity windows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Batch location-specific deployments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🎯 Thematic Collections: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Group related stories into 'Special Coverage'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Coordinate multi-source reporting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Create narrative arcs for ongoing stories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🔄 Bulk Operations: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Bulk approve/reject • Bulk location tagging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Bulk category reassignment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67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🔄 Data Streaming: Apache Kafka (real-time ingestion)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🤖 ML/AI: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Groq, Claude, Google Gemini (LLM validation)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TensorFlow/Scikit-learn (traditional ML)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🗄️ Databases: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PostgreSQL (transactional data)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ClickHouse (analytics &amp; OLAP)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InfluxDB (time-series metrics)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🎯 Frontend: React.js + WebSockets (real-time)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Visualization: D3.js, Chart.js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Deployment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☁️ Cloud: AWS/GCP/Azure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🐳 Containerization: Docker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🎵 Orchestration: Kubernetes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📡 Streaming: Apache Kafka cluster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⚡ Caching: Redis cluster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🔍 Search: Elasticsearch cluster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Monitoring: Prometheus + Grafana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📝 Logging: ELK Stack (Elasticsearch, Logstash, Kibana)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Phase 2 Launch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📅 Month 1: Infrastructure &amp; Core Services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Cloud setup • Database provisioning • Kafka cluster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📅 Month 2: Source Integrations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WhatsApp API • Twitter Streams • Instagram API • RSS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📅 Month 3: Dashboard &amp; ML Pipeline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Editor dashboard • Groq integration • ML models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📅 Month 4: Analytics &amp; Optimization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Analytics dashboard • Performance tuning • Beta launch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Phase 2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6637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Processing: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1000+ stories/day processed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800ms - 1.5 seconds per story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💪 Quality: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95%+ publishing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90%+ ML prediction accuracy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📈 Efficiency: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60% reduction in manual work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Editor satisfaction: 8.0+/10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🔧 Reliability: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99.5% system uptime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AI Console Cost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4226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💾 Monthly Processing (1000 stories/day):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🔴 Groq: $6/month (all initial validation)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🔵 Claude: $9/month (10% high-stakes stories)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🟢 Gemini: $1/month (verification)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📋 Fact-Check APIs: $5/month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💰 Total: ~$21/month (~$252/year)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Cost per story: Less than 1 cent!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Phase 2 Team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👨‍💻 Engineering: 8 developers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3 Backend • 2 Frontend • 2 ML Engineers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🤖 Data Science: 2 ML engineers (dedicated)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🧪 QA: 3 QA engineers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⚙️ DevOps: 1 DevOps engineer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Design: 1 UX/UI designer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🎯 Product: 1 Product manager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📈 Total: 17 team members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Why AI Console is Revolutionary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⚡ Ultra-Fast Processing: Groq &lt;100ms inference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🤖 Multi-Model Consensus: 96% accuracy (Groq + Claude)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💰 Cost-Effective: $0.35 per 1000 stories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Real-Time Analytics: NewsWhip-style intelligence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🎯 Intelligent Prioritization: Color-coded auto-classification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🔄 Multi-Source Integration: WhatsApp, Twitter, Instagram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📈 Scalable: Can process 10,000+ stories/day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Key Risks &amp;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1"/>
            <a:ext cx="822960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⚠️ LLM API Availability: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Fallback models, circuit breakers, graceful degradation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⚠️ False Negatives (Misinformation not caught):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Editor review, fact-check APIs, user flagging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⚠️ False Positives (Good news flagged as spam):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Manual override, feedback loop, model retraining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⚠️ Cost Overruns: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→ Budget monitoring, query optimization, batch processing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Integration with Customer App (Phase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567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🔗 Symbiotic Relationship: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Phase 2 (AI Console) → Phase 1 (Customer App):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Validates &amp; publishes stories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Sends to Customer App for distribution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Phase 1 (Customer App) → Phase 2 (AI Console):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Provides engagement data (likes, comments, shares)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Feeds back into ML training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     • Improves AI accuracy over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📈 Continuous Improvement Loop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Future Enhancements (Post-Phase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🎬 Video Content Support: Auto-validate video stories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🌍 Language Support: Multilingual content validation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🎙️ Audio Transcription: Convert podcasts to 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📊 Advanced Reporting: Custom report generation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🔔 Smart Notifications: AI determines optimal push timing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🌐 Regional Expansion: Scale beyond Karnataka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🤝 API for Partners: Third-party integrations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0"/>
            <a:ext cx="9144000" cy="731520"/>
          </a:xfrm>
          <a:prstGeom prst="rect">
            <a:avLst/>
          </a:prstGeom>
          <a:solidFill>
            <a:srgbClr val="660099"/>
          </a:solidFill>
          <a:ln>
            <a:solidFill>
              <a:srgbClr val="660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9144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4000"/>
              <a:t>Next Steps (Action Items)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1097280"/>
            <a:ext cx="822960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Infrastructure Planning: Cloud architecture design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API Setup: Register with Groq, Claude, Twitter APIs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Team Hiring: Hire ML engineers, backend developers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Database Design: Schema planning for high volume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Kafka Setup: Event streaming infrastructure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Dashboard Design: Figma mockups for editor interface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82828"/>
                </a:solidFill>
              </a:defRPr>
            </a:pPr>
            <a:r>
              <a:t>✅ Start Development: Begin Phase 2 in parallel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0" y="1828800"/>
            <a:ext cx="8229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sz="5400"/>
              <a:t>AI Console: Ready to Transform Publishing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81200" y="347472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FFC8"/>
                </a:solidFill>
              </a:defRPr>
            </a:pPr>
            <a:r>
              <a:rPr sz="2800"/>
              <a:t>Intelligent Content Management &amp; Real-Time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1765</Words>
  <Application>Microsoft Office PowerPoint</Application>
  <PresentationFormat>Widescreen</PresentationFormat>
  <Paragraphs>276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Rajkumar R</cp:lastModifiedBy>
  <cp:revision>4</cp:revision>
  <dcterms:created xsi:type="dcterms:W3CDTF">2013-01-27T09:14:16Z</dcterms:created>
  <dcterms:modified xsi:type="dcterms:W3CDTF">2026-09-01T07:52:04Z</dcterms:modified>
  <cp:category/>
</cp:coreProperties>
</file>