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749808"/>
            <a:ext cx="1097280" cy="7315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AI-Enabled Multilingual
News Publishing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ADCF0"/>
                </a:solidFill>
                <a:latin typeface="Aptos"/>
              </a:rPr>
              <a:t>Reporter capture, AI newsroom, reader experience and intelligent advertising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3C9E5"/>
                </a:solidFill>
                <a:latin typeface="Aptos"/>
              </a:rPr>
              <a:t>Confidential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4754880"/>
            <a:ext cx="822960" cy="822960"/>
          </a:xfrm>
          <a:prstGeom prst="round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5047488"/>
            <a:ext cx="822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4754880"/>
            <a:ext cx="822960" cy="822960"/>
          </a:xfrm>
          <a:prstGeom prst="round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0" y="5047488"/>
            <a:ext cx="822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4754880"/>
            <a:ext cx="822960" cy="822960"/>
          </a:xfrm>
          <a:prstGeom prst="round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5047488"/>
            <a:ext cx="822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PUBLISH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Executive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 faster newsroom built on evidence, human accountability and local-language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Transform raw field reporting into trusted, multilingual, publish-ready news.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Reporter-first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Voice, video, photo and location captured in the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Editor-governed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AI prepares evidence and risk insights; editors decide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Audience-led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Relevant local news, video and alerts in preferred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Revenue-ready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Subscription capability plus privacy-safe advertising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What the platform is designed to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Speed, trust, reach and sustainable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Minutes from field upload to an editor-ready story package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Evidence-linked publishing, auditability and corrections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One canonical story becomes many language editions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Local/contextual advertising and future paid tiers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Four connected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One common platform, four focused experiences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The operating model spans the entire news value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Reporter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Secure visual and voice-led reporting, online or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AI newsroom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Review media, evidence, drafts, translations and approvals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Consumer app and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Feeds, video, local alerts, subscriptions and accessibility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Advertiser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Campaigns, targeting, delivery analytics and billing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Reporter experience: capture, not 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Designed for speed in low-connectivity field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Field reporting becomes a structured digital evidence package.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One-tap incident/report creation with video, photo, audio and GPS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Offline encrypted storage and resumable uploads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Voice-led narration in the reporter’s own language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Immutable original retained separately from editable derivatives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Reporter identity, assignment and capture chain of custody recorded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AI media-to-story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Automate preparation; retain human editorial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From media ingestion to publishable, multilingual story packages.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Secure ingest and checksum verification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Speech-to-text, OCR, scene analysis and language identification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Entity, location, timeline, claim and risk extraction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Headlines, captions, article drafts and language editions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Evidence-linked editor review, approval, scheduling and publication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Editorial control and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An AI-assisted newsroom—not autonomous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Every decision is visible, reviewable and reversible.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Evidence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Original media, transcript timestamps, extracted claims and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Risk-based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Green, amber, red and live lanes route sensitive stories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Chief editor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Final approval for high-impact, sensitive and breaking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Corrections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Versioning, notices, retractions and a publishing kill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Multilingual publishing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 canonical story model supports independent language editions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A192F"/>
                </a:solidFill>
                <a:latin typeface="Aptos"/>
              </a:rPr>
              <a:t>Initial focus: English, Hindi, </a:t>
            </a:r>
            <a:r>
              <a:rPr lang="en-IN" sz="2000" b="1" dirty="0">
                <a:solidFill>
                  <a:srgbClr val="0A192F"/>
                </a:solidFill>
                <a:latin typeface="Aptos"/>
              </a:rPr>
              <a:t>Tulu , Malayalam, </a:t>
            </a:r>
            <a:r>
              <a:rPr sz="2000" b="1" dirty="0">
                <a:solidFill>
                  <a:srgbClr val="0A192F"/>
                </a:solidFill>
                <a:latin typeface="Aptos"/>
              </a:rPr>
              <a:t>Telugu</a:t>
            </a:r>
            <a:r>
              <a:rPr lang="en-IN" sz="2000" b="1" dirty="0">
                <a:solidFill>
                  <a:srgbClr val="0A192F"/>
                </a:solidFill>
                <a:latin typeface="Aptos"/>
              </a:rPr>
              <a:t>, Tamil</a:t>
            </a:r>
            <a:r>
              <a:rPr sz="2000" b="1" dirty="0">
                <a:solidFill>
                  <a:srgbClr val="0A192F"/>
                </a:solidFill>
                <a:latin typeface="Aptos"/>
              </a:rPr>
              <a:t> and Kannada.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Language detection for native and romanised Indic text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ASR, transliteration, translation and text-to-speech orchestration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Newsroom glossary protects place names, titles, quotations and numbers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Quality scores and language-editor review for low-confidence content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Publish and approve independently by language and geography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Audience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Fast, accessible, locally relevant and transparent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Build habitual daily engagement before introducing paid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Personalised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Language, locality, topic and format preferences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Fast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Adaptive streaming, captions and low-data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Useful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Breaking and hyperlocal updates with granular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Subscriber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Free launch; later nominal paid/ad-light tiers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AI-based advertising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Campaign management and real-time decisioning with policy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Serve relevant ads without letting generative AI bypass eligibility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Advertiser onboarding, KYC, creative upload, schedule, budgets and invoices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Target city/district, language, contextual category, daypart and frequency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Decision sequence: consent → safety → eligibility → ranking → pacing → audit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Creative screening, brand safety, inventory forecasting and delivery reporting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Sales-assisted and self-service campaign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Privacy-safe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Relevance without surveillance is the core data design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Personal data use must be consent-led, minimised and explainable.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Consent-led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Separate controls for advertising, analytics, location and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Context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Content context and language are default advertising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Coarse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City/district/PIN clusters; precise location only if authorised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Child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No behavioural targeting or targeted ads for child accounts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Reference 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Cloud-native, event-driven and modular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Scale media, AI workflows, feed delivery and ad serving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Flutter mobile apps; Next.js newsroom and advertiser portals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API gateway, identity, consent, RBAC/ABAC and workflow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Core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Newsroom, publishing, feed, notifications and ad decisioning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Data and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PostgreSQL/PostGIS, object storage, event bus, search and AI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Security, resilience and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Trust is a product feature and an operational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Protect source material, users, staff decisions and AI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1078992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Media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Encryption, checksums, provenance metadata and controlled derivatives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1078992"/>
          </a:xfrm>
          <a:prstGeom prst="rect">
            <a:avLst/>
          </a:prstGeom>
          <a:solidFill>
            <a:srgbClr val="18947D"/>
          </a:solidFill>
          <a:ln>
            <a:solidFill>
              <a:srgbClr val="189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9631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MFA, least privilege, device binding and privileged-access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82296" cy="1078992"/>
          </a:xfrm>
          <a:prstGeom prst="rect">
            <a:avLst/>
          </a:prstGeom>
          <a:solidFill>
            <a:srgbClr val="145EA8"/>
          </a:solidFill>
          <a:ln>
            <a:solidFill>
              <a:srgbClr val="1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AI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Model/prompt versioning, evaluations, feedback and fallback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82296" cy="1078992"/>
          </a:xfrm>
          <a:prstGeom prst="rect">
            <a:avLst/>
          </a:prstGeom>
          <a:solidFill>
            <a:srgbClr val="F48D2A"/>
          </a:solidFill>
          <a:ln>
            <a:solidFill>
              <a:srgbClr val="F48D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92F"/>
                </a:solidFill>
                <a:latin typeface="Aptos"/>
              </a:rPr>
              <a:t>Operational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23367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Observability, immutable audits, DR targets and incident playbooks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Phased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Deliver value early, then expand verified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Recommended roadmap from MVP to hyperlocal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Phase 1 — 12–16 weeks: reporter capture; Tamil/English/Hindi; transcript/draft; editorial approval; contextual ads; consent baseline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Phase 2 — 4–6 months: more languages; translation review; evidence graph; personalised feeds; ad analytics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Phase 3 — 6–12 months: hyperlocal editions; paid tiers; syndication; contributor ecosystem; revenue optimisation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92F"/>
                </a:solidFill>
                <a:latin typeface="Aptos"/>
              </a:rPr>
              <a:t>Success metrics and next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75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45EA8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B7D"/>
                </a:solidFill>
                <a:latin typeface="Aptos"/>
              </a:rPr>
              <a:t>Measure speed, trust, reader value and revenue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80160"/>
            <a:ext cx="914400" cy="45720"/>
          </a:xfrm>
          <a:prstGeom prst="rect">
            <a:avLst/>
          </a:prstGeom>
          <a:solidFill>
            <a:srgbClr val="27B4C9"/>
          </a:solidFill>
          <a:ln>
            <a:solidFill>
              <a:srgbClr val="27B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92F"/>
                </a:solidFill>
                <a:latin typeface="Aptos"/>
              </a:rPr>
              <a:t>Recommended next step: a 3–4 week discovery and solution-design sprint.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6464808"/>
            <a:ext cx="10972800" cy="9144"/>
          </a:xfrm>
          <a:prstGeom prst="rect">
            <a:avLst/>
          </a:prstGeom>
          <a:solidFill>
            <a:srgbClr val="D2DE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6528816"/>
            <a:ext cx="6400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B7D"/>
                </a:solidFill>
                <a:latin typeface="Aptos"/>
              </a:rPr>
              <a:t>AI-Enabled Multilingual News Platform |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KPIs: capture-to-editor time, correction rate, AI override rate, language quality, retention, eCPM and subscriber conversion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Confirm launch geographies, initial languages and editorial operating policy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Select cloud/data-residency, AI model, privacy and child-safety governance approach</a:t>
            </a:r>
          </a:p>
          <a:p>
            <a:pPr>
              <a:spcAft>
                <a:spcPts val="1100"/>
              </a:spcAft>
              <a:defRPr sz="1500">
                <a:solidFill>
                  <a:srgbClr val="1D2736"/>
                </a:solidFill>
                <a:latin typeface="Aptos"/>
              </a:defRPr>
            </a:pPr>
            <a:r>
              <a:t>Produce MVP backlog, detailed integrations, delivery plan and investment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1099</Words>
  <Application>Microsoft Office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Rajkumar R</cp:lastModifiedBy>
  <cp:revision>3</cp:revision>
  <dcterms:created xsi:type="dcterms:W3CDTF">2013-01-27T09:14:16Z</dcterms:created>
  <dcterms:modified xsi:type="dcterms:W3CDTF">2026-09-01T06:19:20Z</dcterms:modified>
  <cp:category/>
</cp:coreProperties>
</file>