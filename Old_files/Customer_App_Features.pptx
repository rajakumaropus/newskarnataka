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Customer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800"/>
                </a:solidFill>
              </a:defRPr>
            </a:pPr>
            <a:r>
              <a:t>AI-Powered Location-Based News Platform for Karnataka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Phase 1: Customer App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Target: Hyper-localized news delivery for Karnataka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📍 Primary Markets: Bangalore, Mysore, Mangalore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⏱️ Timeline: Q1-Q2 2026 (4 months)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💰 Budget: $400K-$600K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📱 Platforms: iOS, Android, Progressive Web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🎨 Platforms: Flutter (mobile) + React (web)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Innovation: Location-Based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Revolutionary news prioritization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🏙️ Bangalore Users See: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50% Bangalore news (Tier-1 - Primary)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25% Mysore + Mangalore news (Tier-2 - Regional)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15% Karnataka National news (Tier-3)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10% International news (Tier-4)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⚡ Override Rules: Critical &amp; Hot news promoted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User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📰 Smart Feed: Location-based, personalized news 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👍 Likes/Upvotes: Quick engagement signal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💬 Comments &amp; Replies: Discussion threads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🔄 Share/Forward: Viral loops via messaging apps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🔖 Bookmark/Save: Personal content curation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Read Analytics: Track your reading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🔔 Smart Notifications: Location &amp; time-optimized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Engagement &amp; Retention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🏆 Gamification: User reputation &amp; badges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Trending Stories: Real-time trending section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Personalization: AI learns from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📝 Story Deep-Dives: Related stories &amp;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🌙 Offline Mode: Read saved stories without internet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⚙️ Preferences: Fine-tune your feed (categories, locations)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🔐 Privacy-First: All data encrypted, GDPR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 Priority Override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🔴 CRITICAL (Breaking News): Emergencies, disasters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Instant promotion to feed top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Push notification to all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SMS alert to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🟠 HOT (Trending): High engagement, viral potential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Featured placement in 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Algorithmic boost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✨ Emerging Stories: AI detects trending with velocity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AI-Powered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Feed Ranking Algorithm: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User interaction history (likes, reads, shares)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Content preferences (categories selected)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Geographic relevance (location settings)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Time decay (recent stories weighted higher)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Engagement signals (comment sentiment, shares)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Continuous Learning: Model improves with every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📱 Mobile: Flutter (iOS/Android cross-platform)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🌐 Web: React/Next.js Progressive Web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⚙️ Backend: Node.js/Express + GraphQL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🗄️ Database: PostgreSQL (primary)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⚡ Cache: Redis (real-time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🔍 Search: Elasticsearch (full-text search)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ML/AI: TensorFlow/PyTorch (feed ranking)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Launch Timeline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1: Design &amp;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UI/UX finalization • Backend API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Mobile app development • Database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2: Beta Testing (1000 users - Bangalore)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Closed beta testing • Bug fixes • Performance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3: Public Launch (Bangalore)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App store releases • Marketing push • Analytics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4: Expansion (Mysore &amp; Mangalore)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Phase 1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User Acquisition: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50,000 app downloads by end of Q2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10,000+ Daily Active Users (DAU)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💪 Engagement: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30%+ engagement rate per session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Average session length: 8+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Retention: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40% 7-day retention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4.0+ app store rating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Target User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👥 Age: 18-65 years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📱 Tech-Savvy: Smartphone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🌆 Urban Focus: Metro &amp; Tier-2 cities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📰 News Interest: Current events, local happenings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🔄 Social: Share news with friends/family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⏰ Active Times: Morning commute, lunch, evening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💬 Engagement: Comment &amp; discuss on stories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This App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🏆 Location-Based Hierarchy: Unique, not available elsewhere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💬 Heavy Interactivity: Comments, replies, forward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AI Personalization: Learns from your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⚡ Real-Time Trending: Breaking news prioritization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Smart Notifications: Personalized alert timing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🌍 Regional Focus: Karnataka-first, not India-wide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🔐 Privacy: User data protected &amp; encrypted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Revenue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📍 Phase 2: Premium subscription (Ad-free experience)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Phase 2: Sponsored content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Phase 3: Advertisement portal (self-serve ads)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Phase 3: Advanced analytics for publishers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💰 Current Focus: User acquisition &amp; 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Target: Break-even at 100K monthly active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Phase 1 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👨‍💻 Engineering: 6 developers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4 Mobile (Flutter iOS/Android)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2 Backend (Node.js/Express)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🎨 Design: 2 UX/UI designers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🧪 QA: 2 QA engineers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Product: 1 Product manager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Total: 11 team members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Budget Allocation ($500K)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👥 Payroll (60%): $300K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Engineer salaries: $200K • Design: $50K • QA: $40K • PM: $10K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☁️ Infrastructure (15%): $75K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Cloud services • Database • CDN •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🛠️ Tools &amp; Services (15%): $75K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Development tools • Testing tools •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📱 App Deployment (10%): $50K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User Adoption Risk: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Mitigation: Marketing partnerships, influencer collaborations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Technical Performance: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Mitigation: Load testing, CDN optimization, caching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Competitive Pressure: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Mitigation: Unique features, rapid iteration, community building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Data Privacy/GDPR: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Mitigation: Privacy-by-design, regular audits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 (Action Items)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Budget Approval: $400K-$600K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Team Formation: Hire 6 engineers, 2 designers, 2 QA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Infrastructure Setup: Cloud environment, databases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Design System: Finalize UI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API Design: GraphQL schema &amp; endpoints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Start Development: Begin coding Phase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Setup Analytics: Install tracking infrastructure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Customer App: Ready to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800"/>
                </a:solidFill>
              </a:defRPr>
            </a:pPr>
            <a:r>
              <a:t>Location-Based News Platform for Karnataka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