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82880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/>
              <a:t>Customer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474721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800"/>
                </a:solidFill>
              </a:defRPr>
            </a:pPr>
            <a:r>
              <a:rPr sz="2800"/>
              <a:t>AI-Powered Location-Based News Platform for Karnataka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Phase 1: Customer App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731520"/>
            <a:ext cx="10899648" cy="616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🎯 Target: Hyper-localized news delivery for Karnataka users</a:t>
            </a:r>
            <a:endParaRPr lang="en-IN"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📍 Primary Markets: Bangalore, Mysore, Mangalore</a:t>
            </a:r>
            <a:endParaRPr lang="en-IN"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⏱️ Timeline: (</a:t>
            </a:r>
            <a:r>
              <a:rPr lang="en-IN" sz="3200" dirty="0"/>
              <a:t>6</a:t>
            </a:r>
            <a:r>
              <a:rPr sz="3200" dirty="0"/>
              <a:t> </a:t>
            </a:r>
            <a:r>
              <a:rPr lang="en-IN" sz="3200" dirty="0"/>
              <a:t>week</a:t>
            </a:r>
            <a:r>
              <a:rPr sz="3200" dirty="0"/>
              <a:t>s)</a:t>
            </a:r>
            <a:endParaRPr lang="en-IN"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💰 📱 Platforms: iOS, Android, Progressive Web App</a:t>
            </a:r>
            <a:endParaRPr lang="en-IN"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32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🎨 Platforms: Flutter (mobile) + React (web)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Key Innovation: Location-Based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097280"/>
            <a:ext cx="1127455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Revolutionary news prioritization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🏙️ Bangalore Users See: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50% Bangalore news (Tier-1 - Primary)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25% Mysore + Mangalore news (Tier-2 - Regional)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15% Karnataka National news (Tier-3)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10% International news (Tier-4)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⚡ Override Rules: Critical &amp; Hot news promoted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Core User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0"/>
            <a:ext cx="1072591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📰 Smart Feed: Location-based, personalized news feed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👍 Likes/Upvotes: Quick engagement signal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💬 Comments &amp; Replies: Discussion threads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🔄 Share/Forward: Viral loops via messaging apps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🔖 Bookmark/Save: Personal content curation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Read Analytics: Track your reading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🔔 Smart Notifications: Location &amp; time-optimized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Engagement &amp; Retention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1097280"/>
            <a:ext cx="1128369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🏆 Gamification: User reputation &amp; badges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📈 Trending Stories: Real-time trending section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🎯 Personalization: AI learns from interactions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📝 Story Deep-Dives: Related stories &amp;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🌙 Offline Mode: Read saved stories without internet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⚙️ Preferences: Fine-tune your feed (categories, locations)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🔐 Privacy-First: All data encrypted, GDPR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Smart Priority Override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1"/>
            <a:ext cx="10789920" cy="54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🔴 </a:t>
            </a:r>
            <a:r>
              <a:rPr sz="3200" b="1" dirty="0"/>
              <a:t>CRITICAL (Breaking News): Emergencies, disasters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→ Instant promotion to feed top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→ Push notification to all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→ SMS alert to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🟠 </a:t>
            </a:r>
            <a:r>
              <a:rPr sz="3200" b="1" dirty="0"/>
              <a:t>HOT (Trending): High engagement, viral potential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→ Featured placement in feed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→ Algorithmic boost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✨ </a:t>
            </a:r>
            <a:r>
              <a:rPr sz="3200" b="1" dirty="0"/>
              <a:t>Emerging Stories: AI detects trending with velocity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71248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AI-Powered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1"/>
            <a:ext cx="112928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🤖 </a:t>
            </a:r>
            <a:r>
              <a:rPr sz="3200" b="1" dirty="0"/>
              <a:t>Feed Ranking Algorithm: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User interaction history (likes, reads, shares)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Content preferences (categories selected)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Geographic relevance (location settings)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Time decay (recent stories weighted higher)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Engagement signals (comment sentiment, shares)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</a:t>
            </a:r>
            <a:r>
              <a:rPr sz="3200" b="1" dirty="0"/>
              <a:t>Continuous Learning: Model improves with every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2964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600" dirty="0"/>
              <a:t>📱 Mobile: Flutter (iOS/Android cross-platform)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600" dirty="0"/>
              <a:t>🌐 Web: React/Next.js Progressive Web 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600" dirty="0"/>
              <a:t>⚙️ Backend: Node.js/Express + </a:t>
            </a:r>
            <a:r>
              <a:rPr sz="3600" dirty="0" err="1"/>
              <a:t>GraphQL</a:t>
            </a:r>
            <a:endParaRPr sz="36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600" dirty="0"/>
              <a:t>🗄️ Database: PostgreSQL (primary)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600" dirty="0"/>
              <a:t>⚡ Cache: Redis (real-time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600" dirty="0"/>
              <a:t>🔍 Search: Elasticsearch (full-text search)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600" dirty="0"/>
              <a:t>🤖 ML/AI: TensorFlow/</a:t>
            </a:r>
            <a:r>
              <a:rPr sz="3600" dirty="0" err="1"/>
              <a:t>PyTorch</a:t>
            </a:r>
            <a:r>
              <a:rPr sz="3600" dirty="0"/>
              <a:t> (feed ranking)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Launch Timeline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1"/>
            <a:ext cx="9643872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📅 </a:t>
            </a:r>
            <a:r>
              <a:rPr lang="en-IN" sz="2800" dirty="0"/>
              <a:t>Week 1-4 </a:t>
            </a:r>
            <a:r>
              <a:rPr sz="2800" dirty="0"/>
              <a:t>: Design &amp;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UI/UX finalization • Backend API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Mobile app development • Database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📅 Month </a:t>
            </a:r>
            <a:r>
              <a:rPr lang="en-IN" sz="2800" dirty="0"/>
              <a:t>5</a:t>
            </a:r>
            <a:r>
              <a:rPr sz="2800" dirty="0"/>
              <a:t>: Beta Testing (1000 users - Bangalore)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Closed beta testing • Bug fixes • Performance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📅 Month : Public Launch (Bangalore)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App store releases • Marketing push • Analytics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📅 Month </a:t>
            </a:r>
            <a:r>
              <a:rPr lang="en-IN" sz="2800" dirty="0"/>
              <a:t>7</a:t>
            </a:r>
            <a:r>
              <a:rPr sz="2800" dirty="0"/>
              <a:t>: Expansion (Mysore &amp; Mangalore)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Phase 1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🎯 </a:t>
            </a:r>
            <a:r>
              <a:rPr sz="2800" b="1" dirty="0"/>
              <a:t>User Acquisition: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50,000 app downloads by end of Q</a:t>
            </a:r>
            <a:r>
              <a:rPr lang="en-IN" sz="2800" dirty="0"/>
              <a:t>3</a:t>
            </a: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10,000+ Daily Active Users (DAU)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💪 </a:t>
            </a:r>
            <a:r>
              <a:rPr sz="2800" b="1" dirty="0"/>
              <a:t>Engagement: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30%+ engagement rate per session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Average session length: 8+ minutes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📈 </a:t>
            </a:r>
            <a:r>
              <a:rPr sz="2800" b="1" dirty="0"/>
              <a:t>Retention: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40% 7-day retention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4.0+ app store rating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Target User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97280"/>
            <a:ext cx="936955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👥 Age: 18-65 years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📱 Tech-Savvy: Smartphone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🌆 Urban Focus: Metro &amp; Tier-2 cities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📰 News Interest: Current events, local happenings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🔄 Social: Share news with friends/family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⏰ Active Times: Morning commute, lunch, evening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💬 Engagement: Comment &amp; discuss on stories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Why This App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1097280"/>
            <a:ext cx="1100023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🏆 Location-Based Hierarchy: Unique, not available elsewhere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💬 Heavy Interactivity: Comments, replies, forward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🤖 AI Personalization: Learns from your interactions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⚡ Real-Time Trending: Breaking news prioritization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Smart Notifications: Personalized alert timing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🌍 Regional Focus: Karnataka-first, not India-wide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🔐 Privacy: User data protected &amp; encrypted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Key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97281"/>
            <a:ext cx="11594592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User Adoption Risk: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Mitigation: Marketing partnerships, influencer collaborations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Technical Performance: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Mitigation: Load testing, CDN optimization, caching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Competitive Pressure: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Mitigation: Unique features, rapid iteration, community building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Data Privacy/GDPR: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Mitigation: Privacy-by-design, regular audits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828800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/>
              <a:t>Customer App: Ready to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474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800"/>
                </a:solidFill>
              </a:defRPr>
            </a:pPr>
            <a:r>
              <a:rPr sz="2800"/>
              <a:t>Location-Based News Platform for Karnataka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786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Rajkumar R</cp:lastModifiedBy>
  <cp:revision>2</cp:revision>
  <dcterms:created xsi:type="dcterms:W3CDTF">2013-01-27T09:14:16Z</dcterms:created>
  <dcterms:modified xsi:type="dcterms:W3CDTF">2026-09-01T08:31:58Z</dcterms:modified>
  <cp:category/>
</cp:coreProperties>
</file>