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Advanced News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C8FF"/>
                </a:solidFill>
              </a:defRPr>
            </a:pPr>
            <a:r>
              <a:t>Premium Mobile Application with 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96"/>
                </a:solidFill>
              </a:defRPr>
            </a:pPr>
            <a:r>
              <a:t>Budget: ₹10,00,000 + GST | Timeline: 8 Weeks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Project Overview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🎯 Build an advanced, feature-rich news application for Karnataka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📱 iOS &amp; Android native apps + Progressive Web 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🤖 AI-powered location-specific news visibility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💬 Advanced engagement features (comments, sharing, bookmarks)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📊 Real-time analytics &amp; trending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📍 Hyper-localized content based on user 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💰 Multiple revenue streams (advertising, premium subscriptions)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Premium Features &amp;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🏆 Location-Based News Hierarchy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Bangalore → Mysore → Mangalore → National → International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🤖 AI Integration for Smart Content Discovery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Groq-powered NLP for content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Real-time trending detection &amp; prediction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💬 Advanced Engagement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Rich commenting with threading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Social sharing to WhatsApp, Twitter, FB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Content bookmarking &amp; reading 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Technology Stack - Frontend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📱 Mobile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Framework: Flutter 3.x (iOS &amp; Android)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State Management: BLoC/Provider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Local Storage: Hive for offline caching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Push Notifications: Firebase Cloud Messaging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🌐 Web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Framework: React 18.x + Next.js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PWA Support: Offline functionality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UI Framework: Material-UI / Shadcn/ui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Real-time Updates: WebSocket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Technology Stack - Backend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⚙️ Backend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Node.js 18+ with Express.js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TypeScript for type safety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GraphQL + REST API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🗄️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Primary: PostgreSQL 14+ (structured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Cache: Redis (session &amp; real-time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Search: Elasticsearch (full-text search)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🤖 AI &amp; ML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Groq LLM for content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TensorFlow/Scikit-learn for ML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Python FastAPI for ML endpoints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📲 Client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Flutter App ↔ React Web ↔ Progressive Web 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🌐 API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Express.js (Node.js) → GraphQL/REST APIs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Load Balancing &amp;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💾 Data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PostgreSQL (Primary) | Redis (Cache) | Elasticsearch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🤖 AI/ML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Groq LLM Integration | TensorFlow Models | NLP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📡 Real-time Layer: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WebSocket Connections | Push Notifications | Event Streaming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AI Integration: Smart Location-Based News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🧠 Groq LLM Powered Content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Ultra-fast (&lt;100ms) content understanding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Automatic location tagging &amp; extraction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Relevance scoring for user 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📍 Intelligent News Ranking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50% Local news (user's city)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25% Regional news (Karnataka)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15% National news (India)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10% International news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⚡ Real-Time Trending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AI identifies trending topics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Breaking news auto-detection &amp; prioritization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Predictive trending (what will trend next hour)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Feature 1: Advanced News Feed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📰 Intelligent Feed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Location-aware content prioritization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Personalized based on reading 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AI-powered trending stories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Smart content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🔔 Smart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Location-specific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Breaking news instant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Customizable notification preferences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Quiet hours settings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🎯 Content Discovery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Search with autocomplete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Category-based browsing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Trending section with 24h insights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Feature 2: Advanced Engagement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💬 Rich Comment Thread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Nested reply threads (up to 5 levels)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Comment upvoting/downvoting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Mention &amp; tagging other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Rich text formatting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👍 Advanced Reaction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Multiple reaction types (like, love, wow, sad)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Share counter with social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Bookmark for reading 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🔄 Social Sharing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Share to WhatsApp, Twitter, Facebook, Email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Custom share message with story summary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Deep linking to shared stories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Feature 3: User Profiles &amp; Personalization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👤 User Profile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Profile with avatar &amp; bio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Reading history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Saved stories/bookmarks collection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Followed topics/categories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⚙️ Advanced Preferences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Location selection (multiple cities)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Category preferences with weights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Language selection (English, Kannada, etc)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Notification fine-tuning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📊 Personal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Reading time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Favorite topics &amp; categories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Engagement statistics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Revenue Stream: Advertising &amp; Real 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💰 Premium Advertising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Banner ads (top of feed, sidebar)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Native ads (sponsored articles)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Video pre-roll ads (30-60 seconds)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Interstitial ads (between stories)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🏢 Real Estate Revenue Opportunity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Geo-targeted classified listings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Property news section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Local builder/realtor partnerships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Sponsored property listings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📈 Projected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Ad impressions: 100K+/day (₹5-10 CPM)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Sponsored content: ₹10K-50K/month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Real estate partnerships: ₹50K-100K/month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Revenue Stream 2: Premium Subscription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⭐ Premium Tier Benefits (₹99/month)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Ad-free reading experience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Offline download (100 stories/month)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Early access to stories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Premium analytics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🎁 Subscription Tiers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Basic: Free (ads + limited features)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Plus: ₹99/month (ad-free, offline)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Pro: ₹199/month (all + analytics)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📊 Revenue Projection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Target: 1000 subscribers @ ₹99 = ₹99K/month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Breakeven at 2000 monthly subscribers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8-Week Roadmap: Week 1-2 (Design &amp; Setup)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🎨 Week 1: UI/UX Design &amp;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Figma mockups for all screens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Design system &amp; component library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Database schema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API endpoint specifications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Infrastructure setup (cloud, databases)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⚙️ Week 2: Project Setup &amp; Foundation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Flutter project initialization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React/Next.js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Node.js backend services 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PostgreSQL database provisioning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Redis cache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GitHub repositories &amp; CI/CD pipelines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8-Week Roadmap: Week 3-4 (Core Features)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📱 Week 3: Frontend Core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Flutter: News feed UI, story detail screen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React: Web app navigation, responsive layout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Bottom navigation, search screen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Authentication UI (login/signup)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🔧 Week 4: Backend Core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User authentication &amp; JWT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News feed API endpoint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Story detail 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Search functionality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PostgreSQL queries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Redis caching implementation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8-Week Roadmap: Week 5-6 (AI &amp; Engagement)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🤖 Week 5: AI Integration &amp; Advanced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Groq LLM integration for content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Location-based news prioritization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Trending detection algorithm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Comment system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Like/reaction system backend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💬 Week 6: Engagement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Comment UI in Flutter &amp; React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Nested reply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Bookmark/save stories feature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Social sharing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User profile pages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Preferences management screens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8-Week Roadmap: Week 7-8 (Testing &amp; Launch)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🧪 Week 7: Testing &amp;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Unit tests (80%+ coverage)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Integration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Performance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Load testing (1000+ concurrent users)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Security audit &amp; penetration testing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Analytics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🚀 Week 8: Beta &amp;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Internal beta testing (50 users)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Bug fixes &amp; refinements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App store submissions (Google Play, App Store)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Website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Marketing &amp; user acquisition campaign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Development 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👨‍💻 Frontend Team (4 developers)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2 Flutter developers (iOS/Android)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2 React.js developers (Web/PWA)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🔧 Backend Team (3 developers)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2 Node.js/Express backend developers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1 Database &amp; DevOps engineer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🤖 AI/ML Team (1 developer)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Groq LLM integration specialist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🎨 Design &amp; QA (2 people)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1 UI/UX designer (Figma)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1 QA engineer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📊 Project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1 Project Manager/Team Lead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Budget Breakdown: ₹10,00,000 + GST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👥 Team Salaries (60% - ₹6,00,000)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Frontend: ₹2,00,000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Backend: ₹1,80,000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AI/ML: ₹60,000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Design &amp; QA: ₹1,00,000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Project Management: ₹60,000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☁️ Infrastructure &amp; Tools (25% - ₹2,50,000)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AWS/GCP cloud services: ₹1,20,000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PostgreSQL, Redis, Elasticsearch: ₹60,000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Development tools &amp; licenses: ₹70,000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📱 App Store &amp; Deployment (15% - ₹1,50,000)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App store certificates &amp; developer accounts: ₹20,000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Testing &amp; QA services: ₹80,000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Deployment &amp; DevOps: ₹50,000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UI/UX Design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🎨 Design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Modern material design principles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Dark &amp; light theme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Consistent typography &amp; spacing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Accessible color contrast ratios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📱 Key Screens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Home/Feed: Location-aware story grid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Story Detail: Rich media + comments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Search: Advanced filters &amp; autocomplete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Profile: User dashboard &amp; preferences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Bookmarks: Reading list &amp; collections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✨ User Experience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Smooth animations &amp; transitions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Intuitive navigation patterns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Loading states &amp; error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Offline-first architecture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Security, Privacy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🔐 Security Measures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End-to-end encryption for user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JWT token-based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Rate limiting &amp; DDoS protection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HTTPS/TLS everywhere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Regular security audits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⚡ Performance Targets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App startup: &lt;2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Feed load: &lt;1.5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API latency: &lt;500ms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99.5% uptime SLA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📊 Analytics &amp; Monitoring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Firebase Analytics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Real-time error tracking (Sentry)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Performance monitoring (New Relic)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Success Metrics &amp; Launch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📊 3-Month Post-Launch Targets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50,000 app downloads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10,000+ daily active users (DAU)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30%+ engagement rate (users per session)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5,000+ daily article reads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4.0+ app store rating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💰 Revenue Targets (3 months)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Ad revenue: ₹50K-75K/month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Premium subscriptions: ₹30K-40K/month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Real estate partnerships: ₹20K-30K/month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👥 User Acquisition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Organic: 60% (store listings, referrals)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Paid: 40% (ads, partnerships)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Post-Launch: Maintenance &amp; Support (₹50K/month)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🔧 Ongoing Maintenance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Bug fixes &amp; patches: ₹15K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Performance optimization: ₹10K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Security updates &amp; audits: ₹10K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Server maintenance: ₹15K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📈 Feature Enhancements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New features development: ₹20K/month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AI model updates: ₹15K/month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A/B testing &amp; optimization: ₹10K/month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📊 Analytics &amp;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Monthly performance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User behavior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Revenue tracking &amp; optimization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Project Timeline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📅 Total Duration: 8 Weeks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Week 1-2:    Design &amp; Infrastructure Setup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Week 3-4:    Core Feature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Week 5-6:    AI Integration &amp; Engagement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Week 7:      Testing, Optimization &amp; Security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Week 8:      Beta Testing &amp; App Store Launch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🚀 Launch Date: Within 8 Weeks from Project Start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📊 Deliverables: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iOS app (production-ready)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Android app (production-ready)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Web app + PWA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Backend API &amp; microservices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✓ Admin dashboard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Why This Proposal Stands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🏆 Advanced Technology Stack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Flutter for premium native apps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Groq LLM for AI-powered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PostgreSQL for scalability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⚡ Fast Development Timeline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8 weeks to production-ready app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Agile methodology &amp; rapid iteration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Weekly stakeholder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💰 Multiple Revenue Streams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Advertising (highest potential)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Premium subscriptions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Real estate partnerships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🎯 Proven Architecture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Enterprise-grade scalability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High performance (99.5% uptime)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Security-first 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E46"/>
          </a:solidFill>
          <a:ln>
            <a:solidFill>
              <a:srgbClr val="0A1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Next Steps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✅ Upon Approval: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1. Contract signature &amp; advance payment (50%)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2. Team onboarding &amp; kickoff meeting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3. Design finalization &amp;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4. Week 1 development begins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📋 Deliverables Every 2 Weeks: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Working prototype/demo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GitHub repository access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Development status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Stakeholder review sessions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💡 Support &amp; Contingency: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24/7 technical support during development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2-week post-launch support included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700">
                <a:solidFill>
                  <a:srgbClr val="1E1E28"/>
                </a:solidFill>
              </a:defRPr>
            </a:pPr>
            <a:r>
              <a:t>     • Optional extended maintenance package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E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Ready to Launch Your Premium News App?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C8FF"/>
                </a:solidFill>
              </a:defRPr>
            </a:pPr>
            <a:r>
              <a:t>Advanced Features | Proven Technology | 8-Week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FF96"/>
                </a:solidFill>
              </a:defRPr>
            </a:pPr>
            <a:r>
              <a:t>Contact Us for Demo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