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9346B"/>
          </a:solidFill>
          <a:ln>
            <a:solidFill>
              <a:srgbClr val="193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23468C"/>
          </a:solidFill>
          <a:ln>
            <a:solidFill>
              <a:srgbClr val="23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274320"/>
            <a:ext cx="2286000" cy="54864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🤖 AI POWERED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NewsKarnataka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i="1">
                <a:solidFill>
                  <a:srgbClr val="E67E22"/>
                </a:solidFill>
              </a:defRPr>
            </a:pPr>
            <a:r>
              <a:t>Commercial Proposal - Digital Content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5F5F5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9346B"/>
                </a:solidFill>
              </a:defRPr>
            </a:pPr>
            <a:r>
              <a:t>🚀 AI-Powered Authoring Console  •  🤖 Intelligent Content Moderation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9346B"/>
                </a:solidFill>
              </a:defRPr>
            </a:pPr>
            <a:r>
              <a:t>💡 Smart Recommendations  •  📊 Automated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46B"/>
          </a:solidFill>
          <a:ln>
            <a:solidFill>
              <a:srgbClr val="193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Multi-language news content management platform (English, Kannada, Telugu)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WordPress migration and integration for seamless content transition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Full-featured customer mobile &amp; web application for content consumption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AI-enabled authoring and moderation console for content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PostgreSQL database with 32 tables, RBAC security, and full-text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46B"/>
          </a:solidFill>
          <a:ln>
            <a:solidFill>
              <a:srgbClr val="193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Key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Customer Application (Web &amp; Mobile) - React frontend with intuitive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Backend API System - Strapi CMS with full REST/GraphQL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AI Authoring Console - AI-powered content creation and editing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Moderation System - Intelligent content moderation with AI assistance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Multi-language Support - Content in EN, KN, TU with full-text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Analytics &amp; Reporting - Usage analytics, engagement metrics, audit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46B"/>
          </a:solidFill>
          <a:ln>
            <a:solidFill>
              <a:srgbClr val="193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Scope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Customer App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AI Console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Backend APIs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E67E22"/>
                </a:solidFill>
              </a:defRPr>
            </a:pPr>
            <a:r>
              <a:t>Timeline: 16 Weeks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1-2: Setup &amp; Planning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3-8: Development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9-14: Testing &amp; AI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15-16: Deployment &amp; Handover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4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Investment &amp; Payment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Total Project Cost: ₹20,00,000 + 18% GST (Total: ₹23,60,000)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E67E22"/>
                </a:solidFill>
              </a:defRPr>
            </a:pPr>
            <a:r>
              <a:t>50%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On PO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800"/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9346B"/>
                </a:solidFill>
              </a:defRPr>
            </a:pPr>
            <a:r>
              <a:t>₹10,00,000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22860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E67E22"/>
                </a:solidFill>
              </a:defRPr>
            </a:pPr>
            <a:r>
              <a:t>30%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On UAT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800"/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9346B"/>
                </a:solidFill>
              </a:defRPr>
            </a:pPr>
            <a:r>
              <a:t>₹6,00,000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2860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E67E22"/>
                </a:solidFill>
              </a:defRPr>
            </a:pPr>
            <a:r>
              <a:t>20%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On Go Live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800"/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9346B"/>
                </a:solidFill>
              </a:defRPr>
            </a:pPr>
            <a:r>
              <a:t>₹4,00,000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